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70B7DE-E932-4823-9FA2-498AB953F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250" y="514905"/>
            <a:ext cx="7492755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7200" dirty="0"/>
              <a:t>DIAGNOSTIC WEB</a:t>
            </a:r>
            <a:endParaRPr lang="ru-UA" sz="72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E85CDC5-EAC5-4863-9C03-693569AF0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868" y="2982896"/>
            <a:ext cx="7847860" cy="3089429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tx1"/>
                </a:solidFill>
              </a:rPr>
              <a:t>интерактивная система расшифровки медицинских анализов</a:t>
            </a:r>
            <a:endParaRPr lang="ru-UA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575285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</TotalTime>
  <Words>7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Сектор</vt:lpstr>
      <vt:lpstr>DIAGNOSTIC WEB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DIAGNOSTIC WEB</dc:title>
  <dc:creator>Lenovo</dc:creator>
  <cp:lastModifiedBy>Lenovo</cp:lastModifiedBy>
  <cp:revision>1</cp:revision>
  <dcterms:created xsi:type="dcterms:W3CDTF">2021-08-07T18:02:37Z</dcterms:created>
  <dcterms:modified xsi:type="dcterms:W3CDTF">2021-08-07T18:10:32Z</dcterms:modified>
</cp:coreProperties>
</file>